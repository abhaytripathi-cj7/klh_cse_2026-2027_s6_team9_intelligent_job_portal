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70562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TITLE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868680" y="1481328"/>
            <a:ext cx="521208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JOB PORTAL</a:t>
            </a:r>
            <a:endParaRPr lang="en-US" sz="38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E6F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JAVA-BASED DSA</a:t>
            </a:r>
            <a:endParaRPr lang="en-US" sz="3800" dirty="0"/>
          </a:p>
          <a:p>
            <a:pPr marL="0" indent="0">
              <a:buNone/>
            </a:pPr>
            <a:r>
              <a:rPr lang="en-US" sz="2200" b="1" dirty="0">
                <a:solidFill>
                  <a:srgbClr val="0E6F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400800" y="1417319"/>
            <a:ext cx="4922520" cy="1120605"/>
          </a:xfrm>
          <a:prstGeom prst="rect">
            <a:avLst/>
          </a:prstGeom>
          <a:solidFill>
            <a:srgbClr val="F3F7EA"/>
          </a:solidFill>
          <a:ln w="12700">
            <a:solidFill>
              <a:srgbClr val="0E6F6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job-matching platform where searching, ranking, recommendations and skill-gap analysis are powered by Data Structures &amp; Algorithms.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400800" y="2670048"/>
            <a:ext cx="1554480" cy="338328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73568" y="2670048"/>
            <a:ext cx="3547872" cy="33832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STRUCTURES &amp; ALGORITHMS – 3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6400800" y="3063240"/>
            <a:ext cx="1554480" cy="338328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CODE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973568" y="3063240"/>
            <a:ext cx="3547872" cy="33832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25CS2103E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400800" y="3456432"/>
            <a:ext cx="1554480" cy="338328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BRANCH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973568" y="3456432"/>
            <a:ext cx="3547872" cy="33832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CSE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6400800" y="3849624"/>
            <a:ext cx="1554480" cy="338328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TYPE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73568" y="3849624"/>
            <a:ext cx="3547872" cy="33832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+ WEB DSA APPLICATION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68680" y="4983480"/>
            <a:ext cx="4937760" cy="685800"/>
          </a:xfrm>
          <a:prstGeom prst="rect">
            <a:avLst/>
          </a:prstGeom>
          <a:solidFill>
            <a:srgbClr val="F3F7EA"/>
          </a:solidFill>
          <a:ln w="12700">
            <a:solidFill>
              <a:srgbClr val="0E6F6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MEMBERS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K. Pranav — 2520030477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Abhay Tripathi — 2520030353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34440"/>
            <a:ext cx="164592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64208"/>
            <a:ext cx="475488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portals contain thousands of listings, but candidates still struggle to find the right opportunities quickly.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2468880"/>
            <a:ext cx="5120640" cy="8686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Overwhelming Listings
</a:t>
            </a:r>
            <a:r>
              <a:rPr lang="en-US" sz="105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Massive and constantly increasing job posts make manual scanning difficult.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468880"/>
            <a:ext cx="512064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55080" y="2468880"/>
            <a:ext cx="5120640" cy="8686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Slow, Irrelevant Search
</a:t>
            </a:r>
            <a:r>
              <a:rPr lang="en-US" sz="105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Basic keyword search returns loosely related results and wastes candidate time.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55080" y="2468880"/>
            <a:ext cx="512064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85800" y="3703320"/>
            <a:ext cx="5120640" cy="8686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Weak Keyword Matching
</a:t>
            </a:r>
            <a:r>
              <a:rPr lang="en-US" sz="105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text matching cannot judge actual suitability between skills and job requirements.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3703320"/>
            <a:ext cx="5120640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355080" y="3703320"/>
            <a:ext cx="5120640" cy="8686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Time-Consuming Filtering
</a:t>
            </a:r>
            <a:r>
              <a:rPr lang="en-US" sz="105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Candidates and recruiters spend extra time filtering profiles and job posts manually.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355080" y="3703320"/>
            <a:ext cx="5120640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85800" y="5285232"/>
            <a:ext cx="10789920" cy="502920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SOLUTION: Data Structures &amp; Algorithms make searching, filtering, ranking and matching faster and smarter.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34440"/>
            <a:ext cx="164592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GOALS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22960" y="2331720"/>
            <a:ext cx="384048" cy="38404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53312" y="233172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 a Java-based intelligent job portal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22960" y="3108960"/>
            <a:ext cx="384048" cy="38404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353312" y="310896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candidates to create profiles and specify skills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2960" y="3886200"/>
            <a:ext cx="384048" cy="38404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53312" y="388620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 recruiters or admins to add job opportunities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22960" y="4663440"/>
            <a:ext cx="384048" cy="38404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353312" y="466344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jobs efficiently using string matching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309360" y="2331720"/>
            <a:ext cx="384048" cy="38404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839712" y="233172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jobs according to candidate suitability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9360" y="3108960"/>
            <a:ext cx="384048" cy="38404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839712" y="310896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candidate skills with job requirements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309360" y="3886200"/>
            <a:ext cx="384048" cy="38404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839712" y="388620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practical implementation of DSA concepts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09360" y="4663440"/>
            <a:ext cx="384048" cy="38404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39712" y="4663440"/>
            <a:ext cx="4617720" cy="384048"/>
          </a:xfrm>
          <a:prstGeom prst="rect">
            <a:avLst/>
          </a:prstGeom>
          <a:solidFill>
            <a:srgbClr val="F3F7EA"/>
          </a:solidFill>
          <a:ln w="12700">
            <a:solidFill>
              <a:srgbClr val="6B7C78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 algorithm efficiency using time complexity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68680" y="5532120"/>
            <a:ext cx="1042416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6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idea: transform a normal job portal into a DSA-driven intelligent matching system.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APPLICATION WORKFLOW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137160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77724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FEATURES OF THE APPLICATION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76656" y="2331720"/>
            <a:ext cx="1490472" cy="5943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203704" y="2624328"/>
            <a:ext cx="283464" cy="0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2560320" y="2331720"/>
            <a:ext cx="1490472" cy="5943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087368" y="2624328"/>
            <a:ext cx="283464" cy="0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4443984" y="2331720"/>
            <a:ext cx="1490472" cy="5943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971032" y="2624328"/>
            <a:ext cx="283464" cy="0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6327648" y="2331720"/>
            <a:ext cx="1490472" cy="594360"/>
          </a:xfrm>
          <a:prstGeom prst="rect">
            <a:avLst/>
          </a:prstGeom>
          <a:solidFill>
            <a:srgbClr val="0E6F6B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854696" y="2624328"/>
            <a:ext cx="283464" cy="0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8211312" y="2331720"/>
            <a:ext cx="1490472" cy="5943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738360" y="2624328"/>
            <a:ext cx="283464" cy="0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23" name="Text 20"/>
          <p:cNvSpPr/>
          <p:nvPr/>
        </p:nvSpPr>
        <p:spPr>
          <a:xfrm>
            <a:off x="10094976" y="2331720"/>
            <a:ext cx="1490472" cy="5943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31520" y="3383280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133856" y="3374136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Registration / Login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355080" y="3383280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6766560" y="3374136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Profile Creation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731520" y="3822192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133856" y="3813048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&amp; Qualification Management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355080" y="3822192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766560" y="3813048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Posting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31520" y="4261104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133856" y="4251960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Search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355080" y="4261104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66560" y="4251960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Filtering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731520" y="4700016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1133856" y="4690872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Matching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355080" y="4700016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6766560" y="4690872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Ranking &amp; Recommendation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731520" y="5138928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1133856" y="5129784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Tracking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6355080" y="5138928"/>
            <a:ext cx="274320" cy="22860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6766560" y="5129784"/>
            <a:ext cx="448056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STRUCTURES USED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201168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STRUCTURES USED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8368" y="2331720"/>
            <a:ext cx="2084832" cy="22402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Array
</a:t>
            </a: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Stores jobs and candidates with automatic resizing.</a:t>
            </a:r>
            <a:endParaRPr lang="en-US" sz="1500" dirty="0"/>
          </a:p>
          <a:p>
            <a:pPr marL="0" indent="0">
              <a:buNone/>
            </a:pP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access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658368" y="2331720"/>
            <a:ext cx="2084832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2331720"/>
            <a:ext cx="2084832" cy="22402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
</a:t>
            </a: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skill/profile lookup using custom buckets.</a:t>
            </a:r>
            <a:endParaRPr lang="en-US" sz="1500" dirty="0"/>
          </a:p>
          <a:p>
            <a:pPr marL="0" indent="0">
              <a:buNone/>
            </a:pP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 lookup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926080" y="2331720"/>
            <a:ext cx="2084832" cy="0"/>
          </a:xfrm>
          <a:prstGeom prst="line">
            <a:avLst/>
          </a:prstGeom>
          <a:noFill/>
          <a:ln w="50800">
            <a:solidFill>
              <a:srgbClr val="1E7C7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93792" y="2331720"/>
            <a:ext cx="2084832" cy="22402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Queue
</a:t>
            </a: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in BFS for flow and failure-link construction.</a:t>
            </a:r>
            <a:endParaRPr lang="en-US" sz="1500" dirty="0"/>
          </a:p>
          <a:p>
            <a:pPr marL="0" indent="0">
              <a:buNone/>
            </a:pP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enqueue/dequeue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5193792" y="2331720"/>
            <a:ext cx="2084832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61504" y="2331720"/>
            <a:ext cx="2084832" cy="22402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
</a:t>
            </a: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Represents candidate–job–vacancy relationships.</a:t>
            </a:r>
            <a:endParaRPr lang="en-US" sz="1500" dirty="0"/>
          </a:p>
          <a:p>
            <a:pPr marL="0" indent="0">
              <a:buNone/>
            </a:pP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O(V + E) traversal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461504" y="2331720"/>
            <a:ext cx="2084832" cy="0"/>
          </a:xfrm>
          <a:prstGeom prst="line">
            <a:avLst/>
          </a:prstGeom>
          <a:noFill/>
          <a:ln w="50800">
            <a:solidFill>
              <a:srgbClr val="1531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729216" y="2331720"/>
            <a:ext cx="2084832" cy="22402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Trie
</a:t>
            </a: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Organizes multiple skill keywords for matching.</a:t>
            </a:r>
            <a:endParaRPr lang="en-US" sz="1500" dirty="0"/>
          </a:p>
          <a:p>
            <a:pPr marL="0" indent="0">
              <a:buNone/>
            </a:pPr>
            <a:r>
              <a:rPr lang="en-US" sz="108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O(k) search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9729216" y="2331720"/>
            <a:ext cx="2084832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166360"/>
            <a:ext cx="103327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6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structures keep the portal fast while also demonstrating core DSA implementation.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ALGORITHMS USED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164592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ENGINE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731520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ALGORITHMS USED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Matching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KMP, Z Algorithm and Rabin-Karp search jobs and descriptions efficiently.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2331720"/>
            <a:ext cx="306324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60520" y="23317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Aho-Corasick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Matches multiple candidate skills against job requirements in one pass.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160520" y="2331720"/>
            <a:ext cx="3063240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635240" y="23317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Distance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spelling errors and fuzzy title/location similarity.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2331720"/>
            <a:ext cx="306324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85800" y="39319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Programming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 planning and application strategy optimization.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85800" y="3931920"/>
            <a:ext cx="3063240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60520" y="39319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Flow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Edmonds-Karp supports candidate-to-vacancy allocation.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160520" y="3931920"/>
            <a:ext cx="306324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635240" y="3931920"/>
            <a:ext cx="3063240" cy="105156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Randomized Sorting
</a:t>
            </a:r>
            <a:r>
              <a:rPr lang="en-US" sz="106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QuickSort ranks jobs by calculated match score.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35240" y="3931920"/>
            <a:ext cx="3063240" cy="0"/>
          </a:xfrm>
          <a:prstGeom prst="line">
            <a:avLst/>
          </a:prstGeom>
          <a:noFill/>
          <a:ln w="50800">
            <a:solidFill>
              <a:srgbClr val="A93542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INTELLIGENT JOB MATCHING PROCESS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228600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WORKFLOW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7772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MATCHING PROCESS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04672" y="2176272"/>
            <a:ext cx="310896" cy="256032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43584" y="2167128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candidate profile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804672" y="2578608"/>
            <a:ext cx="310896" cy="256032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43584" y="2569464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candidate skills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804672" y="2980944"/>
            <a:ext cx="310896" cy="256032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43584" y="2971800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matching skills in job requirements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804672" y="3383280"/>
            <a:ext cx="310896" cy="256032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1243584" y="3374136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skill match score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04672" y="3785616"/>
            <a:ext cx="310896" cy="256032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243584" y="3776472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filters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804672" y="4187952"/>
            <a:ext cx="310896" cy="256032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43584" y="4178808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suitable jobs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804672" y="4590288"/>
            <a:ext cx="310896" cy="256032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243584" y="4581144"/>
            <a:ext cx="448056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 top recommendations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6400800" y="2057400"/>
            <a:ext cx="2011680" cy="29260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EXAMPLE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400800" y="2542032"/>
            <a:ext cx="4846320" cy="50292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Skills
</a:t>
            </a:r>
            <a:r>
              <a:rPr lang="en-US" sz="130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• SQL • Python • DSA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400800" y="3182112"/>
            <a:ext cx="4846320" cy="50292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 Requirements
</a:t>
            </a:r>
            <a:r>
              <a:rPr lang="en-US" sz="130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• SQL • DSA • Spring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400800" y="3822192"/>
            <a:ext cx="4846320" cy="50292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Matching Skills
</a:t>
            </a:r>
            <a:r>
              <a:rPr lang="en-US" sz="130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• SQL • DSA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400800" y="4617720"/>
            <a:ext cx="4846320" cy="411480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75% Skill Match</a:t>
            </a:r>
            <a:endParaRPr lang="en-US" sz="2100" dirty="0"/>
          </a:p>
        </p:txBody>
      </p:sp>
      <p:sp>
        <p:nvSpPr>
          <p:cNvPr id="32" name="Text 29"/>
          <p:cNvSpPr/>
          <p:nvPr/>
        </p:nvSpPr>
        <p:spPr>
          <a:xfrm>
            <a:off x="868680" y="5504688"/>
            <a:ext cx="10424160" cy="3017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matching engine combines string search, filtering and scoring to produce ranked, relevant job recommendations.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 WEB APPLICATION ARCHITECTURE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201168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DESIGN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80467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WEB APPLICATION ARCHITECTURE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777240" y="2194560"/>
            <a:ext cx="6172200" cy="475488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Interface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• CSS • JavaScript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840480" y="2688336"/>
            <a:ext cx="0" cy="82296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777240" y="2807208"/>
            <a:ext cx="6172200" cy="475488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HTTP Server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PortalHttpServer • REST-style APIs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840480" y="3300984"/>
            <a:ext cx="0" cy="82296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7" name="Text 14"/>
          <p:cNvSpPr/>
          <p:nvPr/>
        </p:nvSpPr>
        <p:spPr>
          <a:xfrm>
            <a:off x="777240" y="3419856"/>
            <a:ext cx="6172200" cy="475488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Layer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• Recommend • Optimize • Allocate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3840480" y="3913632"/>
            <a:ext cx="0" cy="82296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19" name="Text 16"/>
          <p:cNvSpPr/>
          <p:nvPr/>
        </p:nvSpPr>
        <p:spPr>
          <a:xfrm>
            <a:off x="777240" y="4032504"/>
            <a:ext cx="6172200" cy="475488"/>
          </a:xfrm>
          <a:prstGeom prst="rect">
            <a:avLst/>
          </a:prstGeom>
          <a:solidFill>
            <a:srgbClr val="0E6F6B"/>
          </a:solidFill>
          <a:ln w="12700">
            <a:solidFill>
              <a:srgbClr val="E1E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Algorithm Layer</a:t>
            </a:r>
            <a:endParaRPr lang="en-US" sz="1450" dirty="0"/>
          </a:p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KMP • Aho-Corasick • DP • Max Flow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3840480" y="4526280"/>
            <a:ext cx="0" cy="82296"/>
          </a:xfrm>
          <a:prstGeom prst="line">
            <a:avLst/>
          </a:prstGeom>
          <a:noFill/>
          <a:ln w="25400">
            <a:solidFill>
              <a:srgbClr val="0E6F6B"/>
            </a:solidFill>
            <a:prstDash val="solid"/>
            <a:headEnd type="none"/>
            <a:tailEnd type="triangle"/>
          </a:ln>
        </p:spPr>
      </p:sp>
      <p:sp>
        <p:nvSpPr>
          <p:cNvPr id="21" name="Text 18"/>
          <p:cNvSpPr/>
          <p:nvPr/>
        </p:nvSpPr>
        <p:spPr>
          <a:xfrm>
            <a:off x="777240" y="4645152"/>
            <a:ext cx="6172200" cy="475488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1270" tIns="1270" rIns="1270" bIns="127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Layer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jobs.csv • in-memory DynamicArray repository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543800" y="2066544"/>
            <a:ext cx="3611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452360" y="2523744"/>
            <a:ext cx="3749040" cy="2606040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2540" tIns="2540" rIns="2540" bIns="254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Java 17+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Built-in HTTP Server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HTML / CSS / JavaScript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CSV File Handling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 DSA Algorithms</a:t>
            </a:r>
            <a:endParaRPr lang="en-US" sz="1500" dirty="0"/>
          </a:p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VS Code + JDK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68680" y="5577840"/>
            <a:ext cx="103327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20" i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DSA Algorithm Layer performs searching, matching, ranking and recommendation — the intelligent core of the application.</a:t>
            </a:r>
            <a:endParaRPr lang="en-US" sz="13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SCENARIO &amp; COMPLEXITY ANALYSIS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228600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PUTTING IT TOGETHER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841248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SCENARIO &amp; COMPLEXITY ANALYSIS</a:t>
            </a:r>
            <a:endParaRPr lang="en-US" sz="2700" dirty="0"/>
          </a:p>
        </p:txBody>
      </p:sp>
      <p:sp>
        <p:nvSpPr>
          <p:cNvPr id="13" name="Text 10"/>
          <p:cNvSpPr/>
          <p:nvPr/>
        </p:nvSpPr>
        <p:spPr>
          <a:xfrm>
            <a:off x="749808" y="2331720"/>
            <a:ext cx="5989320" cy="1325880"/>
          </a:xfrm>
          <a:prstGeom prst="rect">
            <a:avLst/>
          </a:prstGeom>
          <a:solidFill>
            <a:srgbClr val="FBFCF7"/>
          </a:solidFill>
          <a:ln w="12700">
            <a:solidFill>
              <a:srgbClr val="E1E5DB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Input
</a:t>
            </a:r>
            <a:r>
              <a:rPr lang="en-US" sz="130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Java, DSA, SQL, Python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300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searches jobs, identifies matching skills, calculates compatibility scores and ranks results by match score.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9808" y="2331720"/>
            <a:ext cx="5989320" cy="0"/>
          </a:xfrm>
          <a:prstGeom prst="line">
            <a:avLst/>
          </a:prstGeom>
          <a:noFill/>
          <a:ln w="50800">
            <a:solidFill>
              <a:srgbClr val="0E6F6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41248" y="3977640"/>
            <a:ext cx="329184" cy="320040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417320" y="3977640"/>
            <a:ext cx="3108960" cy="320040"/>
          </a:xfrm>
          <a:prstGeom prst="rect">
            <a:avLst/>
          </a:prstGeom>
          <a:solidFill>
            <a:srgbClr val="F3F7E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 Developer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166360" y="397764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90% Match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41248" y="4480560"/>
            <a:ext cx="329184" cy="320040"/>
          </a:xfrm>
          <a:prstGeom prst="rect">
            <a:avLst/>
          </a:prstGeom>
          <a:solidFill>
            <a:srgbClr val="1E7C78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417320" y="4480560"/>
            <a:ext cx="3108960" cy="320040"/>
          </a:xfrm>
          <a:prstGeom prst="rect">
            <a:avLst/>
          </a:prstGeom>
          <a:solidFill>
            <a:srgbClr val="F3F7E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Software Engineer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166360" y="448056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 Match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1248" y="4983480"/>
            <a:ext cx="329184" cy="320040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417320" y="4983480"/>
            <a:ext cx="3108960" cy="320040"/>
          </a:xfrm>
          <a:prstGeom prst="rect">
            <a:avLst/>
          </a:prstGeom>
          <a:solidFill>
            <a:srgbClr val="F3F7EA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Backend Developer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5166360" y="4983480"/>
            <a:ext cx="141732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76% Match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498080" y="2286000"/>
            <a:ext cx="3520440" cy="320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E6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COMPLEXITY ANALYSIS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388352" y="2761488"/>
            <a:ext cx="233172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Hash Table Lookup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765792" y="2761488"/>
            <a:ext cx="132588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2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O(1) avg.</a:t>
            </a:r>
            <a:endParaRPr lang="en-US" sz="1320" dirty="0"/>
          </a:p>
        </p:txBody>
      </p:sp>
      <p:sp>
        <p:nvSpPr>
          <p:cNvPr id="27" name="Text 24"/>
          <p:cNvSpPr/>
          <p:nvPr/>
        </p:nvSpPr>
        <p:spPr>
          <a:xfrm>
            <a:off x="7388352" y="3200400"/>
            <a:ext cx="233172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KMP String Search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765792" y="3200400"/>
            <a:ext cx="132588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2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 + m)</a:t>
            </a:r>
            <a:endParaRPr lang="en-US" sz="1320" dirty="0"/>
          </a:p>
        </p:txBody>
      </p:sp>
      <p:sp>
        <p:nvSpPr>
          <p:cNvPr id="29" name="Text 26"/>
          <p:cNvSpPr/>
          <p:nvPr/>
        </p:nvSpPr>
        <p:spPr>
          <a:xfrm>
            <a:off x="7388352" y="3639312"/>
            <a:ext cx="233172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Sorting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765792" y="3639312"/>
            <a:ext cx="132588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2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O(n log n)</a:t>
            </a:r>
            <a:endParaRPr lang="en-US" sz="1320" dirty="0"/>
          </a:p>
        </p:txBody>
      </p:sp>
      <p:sp>
        <p:nvSpPr>
          <p:cNvPr id="31" name="Text 28"/>
          <p:cNvSpPr/>
          <p:nvPr/>
        </p:nvSpPr>
        <p:spPr>
          <a:xfrm>
            <a:off x="7388352" y="4078224"/>
            <a:ext cx="233172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/ Max Flow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9765792" y="4078224"/>
            <a:ext cx="132588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2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O(VE²)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388352" y="4517136"/>
            <a:ext cx="233172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Dynamic Programming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9765792" y="4517136"/>
            <a:ext cx="1325880" cy="310896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1320" b="1" dirty="0">
                <a:solidFill>
                  <a:srgbClr val="D99A3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varies</a:t>
            </a:r>
            <a:endParaRPr lang="en-US" sz="13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l_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09728"/>
            <a:ext cx="1572768" cy="55778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57400" y="173736"/>
            <a:ext cx="749808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531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 &amp; FUTURE SCOPE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8778240" y="804672"/>
            <a:ext cx="28346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DSA PROJECT | JAVA | SECTION 4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11480" y="786384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987552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11480" y="6291072"/>
            <a:ext cx="11384280" cy="0"/>
          </a:xfrm>
          <a:prstGeom prst="line">
            <a:avLst/>
          </a:prstGeom>
          <a:noFill/>
          <a:ln w="12700">
            <a:solidFill>
              <a:srgbClr val="6B7C7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1480" y="6537960"/>
            <a:ext cx="11384280" cy="0"/>
          </a:xfrm>
          <a:prstGeom prst="line">
            <a:avLst/>
          </a:prstGeom>
          <a:noFill/>
          <a:ln w="10160">
            <a:solidFill>
              <a:srgbClr val="6B7C7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6345936"/>
            <a:ext cx="51206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JOB PORTAL | DSA PROJECT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0561320" y="6345936"/>
            <a:ext cx="1005840" cy="137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5463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A.Y. 2026–27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749808" y="1207008"/>
            <a:ext cx="128016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WRAP-UP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1600200"/>
            <a:ext cx="713232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531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868680" y="2240280"/>
            <a:ext cx="1463040" cy="292608"/>
          </a:xfrm>
          <a:prstGeom prst="rect">
            <a:avLst/>
          </a:prstGeom>
          <a:solidFill>
            <a:srgbClr val="0E6F6B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960120" y="2743200"/>
            <a:ext cx="498348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Demonstrates practical applications of DSA in a real-world system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Java provides the complete backend and algorithm engine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Algorithms improve searching, matching, ranking and recommendation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Converts theoretical DSA concepts into a practical working portal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46520" y="2240280"/>
            <a:ext cx="1645920" cy="292608"/>
          </a:xfrm>
          <a:prstGeom prst="rect">
            <a:avLst/>
          </a:prstGeom>
          <a:solidFill>
            <a:srgbClr val="A93542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37960" y="2743200"/>
            <a:ext cx="4663440" cy="1783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/ ML-based recommendations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Resume parsing and NLP-based matching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Personalized career recommendations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Interview recommendation system</a:t>
            </a:r>
            <a:endParaRPr lang="en-US" sz="1500" dirty="0"/>
          </a:p>
          <a:p>
            <a:pPr marL="0" indent="0" algn="l">
              <a:buNone/>
            </a:pPr>
            <a:r>
              <a:rPr lang="en-US" sz="1500" dirty="0">
                <a:solidFill>
                  <a:srgbClr val="1632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Cloud deployment and mobile app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97280" y="5349240"/>
            <a:ext cx="9966960" cy="438912"/>
          </a:xfrm>
          <a:prstGeom prst="rect">
            <a:avLst/>
          </a:prstGeom>
          <a:solidFill>
            <a:srgbClr val="153143"/>
          </a:solidFill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“Intelligent Job Portal — Applying DSA to Make Job Matching Faster and Smarter.”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1056</Words>
  <Application>Microsoft Office PowerPoint</Application>
  <PresentationFormat>Widescreen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KLH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Job Portal - ML Theme</dc:title>
  <dc:subject>Intelligent Job Portal - DSA Project</dc:subject>
  <dc:creator>OpenAI</dc:creator>
  <cp:lastModifiedBy>Pranav Kaveri</cp:lastModifiedBy>
  <cp:revision>2</cp:revision>
  <dcterms:created xsi:type="dcterms:W3CDTF">2026-09-21T08:40:00Z</dcterms:created>
  <dcterms:modified xsi:type="dcterms:W3CDTF">2026-09-21T08:52:07Z</dcterms:modified>
</cp:coreProperties>
</file>